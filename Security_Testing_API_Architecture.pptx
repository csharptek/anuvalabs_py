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Security Testing API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Architecture &amp; Design Documentation</a:t>
            </a:r>
          </a:p>
          <a:p/>
          <a:p>
            <a:r>
              <a:t>FastAPI-based Security Testing Platform</a:t>
            </a:r>
          </a:p>
          <a:p>
            <a:r>
              <a:t>with JWT Authentication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FastAPI-based web application for security testing</a:t>
            </a:r>
          </a:p>
          <a:p>
            <a:r>
              <a:t>• JWT authentication with access and refresh tokens</a:t>
            </a:r>
          </a:p>
          <a:p>
            <a:r>
              <a:t>• ZIP file upload and vulnerability scanning</a:t>
            </a:r>
          </a:p>
          <a:p>
            <a:r>
              <a:t>• Mock security analysis with structured reporting</a:t>
            </a:r>
          </a:p>
          <a:p>
            <a:r>
              <a:t>• RESTful API design with comprehensive documentation</a:t>
            </a:r>
          </a:p>
          <a:p>
            <a:r>
              <a:t>• Modular architecture with clear separation of concerns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solidFill>
            <a:srgbClr val="E1F5F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Client Layer: Client Apps &amp; Swagger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solidFill>
            <a:srgbClr val="F3E5F5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API Layer: FastAPI Application with Routers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solidFill>
            <a:srgbClr val="E8F5E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Service Layer: Authentication &amp; Security Services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solidFill>
            <a:srgbClr val="FCE4E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Data Layer: Models, JWT Helper &amp; Mock Database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Authentication Endpoints:</a:t>
            </a:r>
          </a:p>
          <a:p>
            <a:r>
              <a:t>• POST /login - User authentication with username/password</a:t>
            </a:r>
          </a:p>
          <a:p>
            <a:r>
              <a:t>• POST /refresh-token - Refresh expired JWT tokens</a:t>
            </a:r>
          </a:p>
          <a:p>
            <a:r>
              <a:t>• GET /me - Get current authenticated user information</a:t>
            </a:r>
          </a:p>
          <a:p/>
          <a:p>
            <a:r>
              <a:t>Security Testing Endpoints:</a:t>
            </a:r>
          </a:p>
          <a:p>
            <a:r>
              <a:t>• POST /api/v1/security-testing - Upload ZIP file for scanning</a:t>
            </a:r>
          </a:p>
          <a:p>
            <a:r>
              <a:t>• GET / - Root endpoint with API information</a:t>
            </a:r>
          </a:p>
          <a:p>
            <a:r>
              <a:t>• GET /docs - Interactive Swagger UI documentation</a:t>
            </a:r>
          </a:p>
          <a:p/>
          <a:p>
            <a:r>
              <a:t>Response Formats:</a:t>
            </a:r>
          </a:p>
          <a:p>
            <a:r>
              <a:t>• JSON responses with structured error handling</a:t>
            </a:r>
          </a:p>
          <a:p>
            <a:r>
              <a:t>• HTTP status codes (200, 400, 401, 500)</a:t>
            </a:r>
          </a:p>
          <a:p>
            <a:r>
              <a:t>• Comprehensive API documentation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Authentication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1. Client sends POST /login with credentials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2. Auth Router validates request format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3. Auth Service authenticates user against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4. JWT Helper creates access &amp; refresh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5. Tokens returned to client (60min + 7days)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6. Client uses Bearer token for protected endpoints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7. Token validation on each protected request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Security Testing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1. Client uploads ZIP file via multipart/form-data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2. Security Router validates file extension (.zip)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3. Security Service creates temporary directory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4. ZIP file extracted and contents analyzed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5. Each file processed for vulnerability 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6. Mock issues generated based on file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7. Scan results compiled and returned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8. Temporary files cleaned up securely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Authentication Models:</a:t>
            </a:r>
          </a:p>
          <a:p>
            <a:r>
              <a:t>• UserBase: username, email, role</a:t>
            </a:r>
          </a:p>
          <a:p>
            <a:r>
              <a:t>• UserInDB: extends UserBase + id, password</a:t>
            </a:r>
          </a:p>
          <a:p>
            <a:r>
              <a:t>• User: extends UserBase + id (no password)</a:t>
            </a:r>
          </a:p>
          <a:p>
            <a:r>
              <a:t>• UserLogin: username, password</a:t>
            </a:r>
          </a:p>
          <a:p>
            <a:r>
              <a:t>• Token: access_token, refresh_token, token_type</a:t>
            </a:r>
          </a:p>
          <a:p>
            <a:r>
              <a:t>• TokenPayload: sub, exp, type</a:t>
            </a:r>
          </a:p>
          <a:p/>
          <a:p>
            <a:r>
              <a:t>Security Testing Models:</a:t>
            </a:r>
          </a:p>
          <a:p>
            <a:r>
              <a:t>• VulnerabilityItem: file, issues[]</a:t>
            </a:r>
          </a:p>
          <a:p>
            <a:r>
              <a:t>• ScanResponse: status, file_count, vulnerabilities[]</a:t>
            </a:r>
          </a:p>
          <a:p>
            <a:r>
              <a:t>• ErrorResponse: status, message, details</a:t>
            </a:r>
          </a:p>
          <a:p/>
          <a:p>
            <a:r>
              <a:t>All models use Pydantic for validation and serialization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Component Dependencies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main.py (FastAPI App) → Routers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auth/routes.py → auth/service.py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app/api/v1/security.py → app/services/security_service.py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auth/service.py → auth/jwt_helper.py + auth/models.py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security_service.py → app/models/security.py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jwt_helper.py → config.py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20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All components → Pydantic models for validation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Implementation:</a:t>
            </a:r>
          </a:p>
          <a:p>
            <a:r>
              <a:t>• JWT-based authentication with token expiration</a:t>
            </a:r>
          </a:p>
          <a:p>
            <a:r>
              <a:t>• Separate access (60min) and refresh (7days) tokens</a:t>
            </a:r>
          </a:p>
          <a:p>
            <a:r>
              <a:t>• Token type validation (access vs refresh)</a:t>
            </a:r>
          </a:p>
          <a:p>
            <a:r>
              <a:t>• CORS middleware for cross-origin requests</a:t>
            </a:r>
          </a:p>
          <a:p>
            <a:r>
              <a:t>• File type validation for uploads</a:t>
            </a:r>
          </a:p>
          <a:p>
            <a:r>
              <a:t>• Secure temporary file handling with cleanup</a:t>
            </a:r>
          </a:p>
          <a:p>
            <a:r>
              <a:t>• Structured error responses with appropriate HTTP codes</a:t>
            </a:r>
          </a:p>
          <a:p/>
          <a:p>
            <a:r>
              <a:t>Production Recommendations:</a:t>
            </a:r>
          </a:p>
          <a:p>
            <a:r>
              <a:t>• Password hashing (bcrypt/scrypt)</a:t>
            </a:r>
          </a:p>
          <a:p>
            <a:r>
              <a:t>• Rate limiting for authentication endpoints</a:t>
            </a:r>
          </a:p>
          <a:p>
            <a:r>
              <a:t>• Real database integration (PostgreSQL/MongoDB)</a:t>
            </a:r>
          </a:p>
          <a:p>
            <a:r>
              <a:t>• Environment-based configuration</a:t>
            </a:r>
          </a:p>
          <a:p>
            <a:r>
              <a:t>• Comprehensive audit logging</a:t>
            </a:r>
          </a:p>
          <a:p>
            <a:r>
              <a:t>• Real security scanning tools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File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AnuvaLabs_Py/</a:t>
            </a:r>
          </a:p>
          <a:p>
            <a:r>
              <a:t>├── main.py                     # FastAPI application entry point</a:t>
            </a:r>
          </a:p>
          <a:p>
            <a:r>
              <a:t>├── config.py                   # Configuration settings</a:t>
            </a:r>
          </a:p>
          <a:p>
            <a:r>
              <a:t>├── test_api.py                 # API testing script</a:t>
            </a:r>
          </a:p>
          <a:p>
            <a:r>
              <a:t>├── auth/                       # Authentication module</a:t>
            </a:r>
          </a:p>
          <a:p>
            <a:r>
              <a:t>│   ├── routes.py              # Authentication endpoints</a:t>
            </a:r>
          </a:p>
          <a:p>
            <a:r>
              <a:t>│   ├── service.py             # Authentication business logic</a:t>
            </a:r>
          </a:p>
          <a:p>
            <a:r>
              <a:t>│   ├── models.py              # Authentication data models</a:t>
            </a:r>
          </a:p>
          <a:p>
            <a:r>
              <a:t>│   └── jwt_helper.py          # JWT token utilities</a:t>
            </a:r>
          </a:p>
          <a:p>
            <a:r>
              <a:t>└── app/                       # Application module</a:t>
            </a:r>
          </a:p>
          <a:p>
            <a:r>
              <a:t>    ├── api/v1/security.py     # Security testing endpoints</a:t>
            </a:r>
          </a:p>
          <a:p>
            <a:r>
              <a:t>    ├── models/security.py     # Security testing models</a:t>
            </a:r>
          </a:p>
          <a:p>
            <a:r>
              <a:t>    └── services/security_service.py # Security testing logic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 Request:</a:t>
            </a:r>
          </a:p>
          <a:p>
            <a:r>
              <a:t>POST /login</a:t>
            </a:r>
          </a:p>
          <a:p>
            <a:r>
              <a:t>{</a:t>
            </a:r>
          </a:p>
          <a:p>
            <a:r>
              <a:t>  "username": "admin",</a:t>
            </a:r>
          </a:p>
          <a:p>
            <a:r>
              <a:t>  "password": "12345"</a:t>
            </a:r>
          </a:p>
          <a:p>
            <a:r>
              <a:t>}</a:t>
            </a:r>
          </a:p>
          <a:p/>
          <a:p>
            <a:r>
              <a:t>Response:</a:t>
            </a:r>
          </a:p>
          <a:p>
            <a:r>
              <a:t>{</a:t>
            </a:r>
          </a:p>
          <a:p>
            <a:r>
              <a:t>  "access_token": "eyJhbGciOiJIUzI1NiIs...",</a:t>
            </a:r>
          </a:p>
          <a:p>
            <a:r>
              <a:t>  "refresh_token": "eyJhbGciOiJIUzI1NiIs...",</a:t>
            </a:r>
          </a:p>
          <a:p>
            <a:r>
              <a:t>  "token_type": "bearer"</a:t>
            </a:r>
          </a:p>
          <a:p>
            <a:r>
              <a:t>}</a:t>
            </a:r>
          </a:p>
          <a:p/>
          <a:p>
            <a:r>
              <a:t>Security Testing:</a:t>
            </a:r>
          </a:p>
          <a:p>
            <a:r>
              <a:t>POST /api/v1/security-testing</a:t>
            </a:r>
          </a:p>
          <a:p>
            <a:r>
              <a:t>Content-Type: multipart/form-data</a:t>
            </a:r>
          </a:p>
          <a:p>
            <a:r>
              <a:t>file: test.zip</a:t>
            </a:r>
          </a:p>
          <a:p/>
          <a:p>
            <a:r>
              <a:t>Response:</a:t>
            </a:r>
          </a:p>
          <a:p>
            <a:r>
              <a:t>{</a:t>
            </a:r>
          </a:p>
          <a:p>
            <a:r>
              <a:t>  "status": "success",</a:t>
            </a:r>
          </a:p>
          <a:p>
            <a:r>
              <a:t>  "file_count": 3,</a:t>
            </a:r>
          </a:p>
          <a:p>
            <a:r>
              <a:t>  "vulnerabilities": [...]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Prerequisites:</a:t>
            </a:r>
          </a:p>
          <a:p>
            <a:r>
              <a:t>• Python 3.8+</a:t>
            </a:r>
          </a:p>
          <a:p>
            <a:r>
              <a:t>• FastAPI</a:t>
            </a:r>
          </a:p>
          <a:p>
            <a:r>
              <a:t>• python-jose[cryptography]</a:t>
            </a:r>
          </a:p>
          <a:p>
            <a:r>
              <a:t>• python-multipart</a:t>
            </a:r>
          </a:p>
          <a:p>
            <a:r>
              <a:t>• uvicorn</a:t>
            </a:r>
          </a:p>
          <a:p/>
          <a:p>
            <a:r>
              <a:t>Installation:</a:t>
            </a:r>
          </a:p>
          <a:p>
            <a:r>
              <a:t>pip install fastapi uvicorn python-jose[cryptography] python-multipart</a:t>
            </a:r>
          </a:p>
          <a:p/>
          <a:p>
            <a:r>
              <a:t>Run Application:</a:t>
            </a:r>
          </a:p>
          <a:p>
            <a:r>
              <a:t>uvicorn main:app --host 0.0.0.0 --port 8000 --reload</a:t>
            </a:r>
          </a:p>
          <a:p/>
          <a:p>
            <a:r>
              <a:t>Access Points:</a:t>
            </a:r>
          </a:p>
          <a:p>
            <a:r>
              <a:t>• API: http://localhost:8000</a:t>
            </a:r>
          </a:p>
          <a:p>
            <a:r>
              <a:t>• Documentation: http://localhost:8000/docs</a:t>
            </a:r>
          </a:p>
          <a:p>
            <a:r>
              <a:t>• Testing: python test_api.py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Database Integration:</a:t>
            </a:r>
          </a:p>
          <a:p>
            <a:r>
              <a:t>• PostgreSQL/MongoDB for persistent storage</a:t>
            </a:r>
          </a:p>
          <a:p>
            <a:r>
              <a:t>• User management with registration/password reset</a:t>
            </a:r>
          </a:p>
          <a:p/>
          <a:p>
            <a:r>
              <a:t>Security Improvements:</a:t>
            </a:r>
          </a:p>
          <a:p>
            <a:r>
              <a:t>• Real security scanning tools (SAST/DAST)</a:t>
            </a:r>
          </a:p>
          <a:p>
            <a:r>
              <a:t>• Enhanced file type validation</a:t>
            </a:r>
          </a:p>
          <a:p>
            <a:r>
              <a:t>• Rate limiting and DDoS protection</a:t>
            </a:r>
          </a:p>
          <a:p/>
          <a:p>
            <a:r>
              <a:t>Features:</a:t>
            </a:r>
          </a:p>
          <a:p>
            <a:r>
              <a:t>• Role-based access control</a:t>
            </a:r>
          </a:p>
          <a:p>
            <a:r>
              <a:t>• Audit logging and monitoring</a:t>
            </a:r>
          </a:p>
          <a:p>
            <a:r>
              <a:t>• Background job processing for large files</a:t>
            </a:r>
          </a:p>
          <a:p>
            <a:r>
              <a:t>• Support for additional file formats</a:t>
            </a:r>
          </a:p>
          <a:p>
            <a:r>
              <a:t>• Caching with Redis</a:t>
            </a:r>
          </a:p>
          <a:p>
            <a:r>
              <a:t>• Docker containerization</a:t>
            </a:r>
          </a:p>
          <a:p>
            <a:r>
              <a:t>• Health checks and metrics collection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